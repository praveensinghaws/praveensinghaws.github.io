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84608-B134-3174-7FEF-029284430C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CE91A2-5A7F-9E5D-909C-C03C8DADAA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F3C5E-56EC-FF5D-6249-6D77ECAB7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926E6-9CA6-43EB-A80E-8BAD32C15527}" type="datetimeFigureOut">
              <a:rPr lang="en-IN" smtClean="0"/>
              <a:t>10-02-2023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1AAC2-64E5-5FF8-4373-5D75055E7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63566E-118E-9590-66E6-59B26C99D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7485B-C2F8-46A0-A727-1339C264D5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9490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593FE-DE27-48A0-384C-9471A15F4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A86F7-F71D-7AC3-FD0F-7449A7871C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DE1425-4BD7-C9E3-F562-106FFDC86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926E6-9CA6-43EB-A80E-8BAD32C15527}" type="datetimeFigureOut">
              <a:rPr lang="en-IN" smtClean="0"/>
              <a:t>10-02-2023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4F00F-6A3C-6CAE-8902-6B9208C16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8FAC72-6E58-95B7-CAB4-D28690D83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7485B-C2F8-46A0-A727-1339C264D5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0291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2CBF1-22ED-E7A6-375B-3D0A51E62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6EF40B-F699-076B-EC32-8ABA9AB2D5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172FC-FB1C-677F-02A4-60ACD1A5A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926E6-9CA6-43EB-A80E-8BAD32C15527}" type="datetimeFigureOut">
              <a:rPr lang="en-IN" smtClean="0"/>
              <a:t>10-02-2023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D6AF6A-D3FD-DB73-B5FA-2F331BD93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F0ED33-86CF-2805-608A-9CE441CA8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7485B-C2F8-46A0-A727-1339C264D5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7195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698B3-7213-F035-2C2E-4B853CEC0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39D51-B8E3-C07C-403A-62E501D481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6451EC-BD8A-0C26-333A-1D9D74E5A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29AF6B-6F29-24EC-C48B-4949D63DD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926E6-9CA6-43EB-A80E-8BAD32C15527}" type="datetimeFigureOut">
              <a:rPr lang="en-IN" smtClean="0"/>
              <a:t>10-02-2023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1BBA7E-1DE7-762B-5B9F-D8F13E3E0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ECB67D-B3D7-80D2-C838-5E5D4AA2C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7485B-C2F8-46A0-A727-1339C264D5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7424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259CB-0FA9-21AE-CB74-EE37BFAEE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F71953-9FBD-1342-A1EE-99E62D282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7098A5-1522-2182-C206-BDAAB793B7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96BFF6-56B7-C0AD-320F-7EF69616ED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12B5FB-B689-1848-FC32-CE02B60329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56EA93-D981-41B1-9E87-414B8A4CA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926E6-9CA6-43EB-A80E-8BAD32C15527}" type="datetimeFigureOut">
              <a:rPr lang="en-IN" smtClean="0"/>
              <a:t>10-02-2023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CD41B2-BBA9-5B40-96D3-C6BE93F86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CD5CBD-64B7-9F01-B124-5BBFE83B7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7485B-C2F8-46A0-A727-1339C264D5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9748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B8829-20A5-DAD3-F4B9-1FDEC8DF9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F5F4DA-EB42-00CE-080E-E1BA12094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926E6-9CA6-43EB-A80E-8BAD32C15527}" type="datetimeFigureOut">
              <a:rPr lang="en-IN" smtClean="0"/>
              <a:t>10-02-2023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2D1AC9-55A8-2E97-D461-420D4F0CF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D2EF8D-DDCE-9289-3ECC-BD202AEF7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7485B-C2F8-46A0-A727-1339C264D5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2819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3BC1F8-B72F-3139-4585-D7DEDFDD8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926E6-9CA6-43EB-A80E-8BAD32C15527}" type="datetimeFigureOut">
              <a:rPr lang="en-IN" smtClean="0"/>
              <a:t>10-02-2023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CA902F-2732-DF5A-723B-BBC0046ED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CD2C61-9BC4-4B4B-FEB3-DB7AB5FA2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7485B-C2F8-46A0-A727-1339C264D5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8900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D7FB1-5D45-8E7E-678B-BB0AECCBE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689834-5BAD-CC99-686B-68A584010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29DDE8-D8BC-D091-995B-9B98DCE251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166B0-68DA-D75C-7166-5F19CECE1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926E6-9CA6-43EB-A80E-8BAD32C15527}" type="datetimeFigureOut">
              <a:rPr lang="en-IN" smtClean="0"/>
              <a:t>10-02-2023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93B57A-661C-1909-479C-DA1F2E856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50D970-533A-7CD8-07B4-5528A29AD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7485B-C2F8-46A0-A727-1339C264D5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0461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EA76B-DADB-4FE7-3F36-6F37A7F93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CE636F-8D8C-1E79-A35F-513E780785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29F337-0987-341B-689F-E634D566C1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0A5B54-E0E2-2233-AB54-5AB991E4E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926E6-9CA6-43EB-A80E-8BAD32C15527}" type="datetimeFigureOut">
              <a:rPr lang="en-IN" smtClean="0"/>
              <a:t>10-02-2023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44B80F-D138-4D7A-86FE-8FF11F1E9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63BAEF-76C7-05D1-CA80-CBFD5C7FD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7485B-C2F8-46A0-A727-1339C264D5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922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AF03E-F28A-78BC-630B-689FEEED6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C5ACD4-67E1-64B1-8C9D-F5621860E2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923936-72D1-725E-B622-E21E83D9F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926E6-9CA6-43EB-A80E-8BAD32C15527}" type="datetimeFigureOut">
              <a:rPr lang="en-IN" smtClean="0"/>
              <a:t>10-02-2023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AA36E-656A-9EC7-E450-7B24B8E3E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5DF0AF-0BF4-C3B8-64E0-88185D19F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7485B-C2F8-46A0-A727-1339C264D5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7273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1AB491-9C9E-F97E-D678-5234040051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F89D8C-02E8-9582-DFF6-BC7F2C5786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D6BDF-AFBB-8778-CAC2-3EB8DA4C1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926E6-9CA6-43EB-A80E-8BAD32C15527}" type="datetimeFigureOut">
              <a:rPr lang="en-IN" smtClean="0"/>
              <a:t>10-02-2023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C5ED3C-D4D4-6523-EAE1-40B867861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A5B81-25C6-2767-0556-F2AD9E2B6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7485B-C2F8-46A0-A727-1339C264D5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7888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27787D-2405-B997-DBAE-8C412EA2E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7A03C0-6A66-8304-CF44-406306039A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241C63-35DD-D960-162C-FD12EE5935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3926E6-9CA6-43EB-A80E-8BAD32C15527}" type="datetimeFigureOut">
              <a:rPr lang="en-IN" smtClean="0"/>
              <a:t>10-02-2023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E67CDE-F421-AA0F-7E97-DF41670D0F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59175C-C901-308C-6F92-9BDFAE3A57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47485B-C2F8-46A0-A727-1339C264D5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9481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D64161E-BEFF-9AFF-966B-81043DE93D88}"/>
              </a:ext>
            </a:extLst>
          </p:cNvPr>
          <p:cNvSpPr/>
          <p:nvPr/>
        </p:nvSpPr>
        <p:spPr>
          <a:xfrm>
            <a:off x="168674" y="1206289"/>
            <a:ext cx="4506631" cy="800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/>
              <a:t>KPIS (Net worth, Income, Savings and expense %)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7B3EE4-BF79-DD90-5C04-925F7D9B4239}"/>
              </a:ext>
            </a:extLst>
          </p:cNvPr>
          <p:cNvSpPr/>
          <p:nvPr/>
        </p:nvSpPr>
        <p:spPr>
          <a:xfrm>
            <a:off x="168674" y="2495974"/>
            <a:ext cx="4506631" cy="800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/>
              <a:t>All Time KPIS (Net worth, Income, Savings and expense %)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D22971-5CDE-626C-2D8E-C19D05F17B5F}"/>
              </a:ext>
            </a:extLst>
          </p:cNvPr>
          <p:cNvSpPr/>
          <p:nvPr/>
        </p:nvSpPr>
        <p:spPr>
          <a:xfrm>
            <a:off x="5362113" y="304800"/>
            <a:ext cx="6462943" cy="49419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Timeline selection (Year and Months)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15DCDD-0151-3887-6E53-395A70BBB5DF}"/>
              </a:ext>
            </a:extLst>
          </p:cNvPr>
          <p:cNvSpPr/>
          <p:nvPr/>
        </p:nvSpPr>
        <p:spPr>
          <a:xfrm>
            <a:off x="695683" y="304800"/>
            <a:ext cx="3103959" cy="494190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Main Table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D2AB5C-E04B-750C-4057-5B43DD2D585C}"/>
              </a:ext>
            </a:extLst>
          </p:cNvPr>
          <p:cNvSpPr/>
          <p:nvPr/>
        </p:nvSpPr>
        <p:spPr>
          <a:xfrm>
            <a:off x="168674" y="3561962"/>
            <a:ext cx="2219418" cy="30983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/>
              <a:t>Expense Breakdown %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6F9D43-7697-0AB5-0F7D-7A7184DF8904}"/>
              </a:ext>
            </a:extLst>
          </p:cNvPr>
          <p:cNvSpPr/>
          <p:nvPr/>
        </p:nvSpPr>
        <p:spPr>
          <a:xfrm>
            <a:off x="2522738" y="3561963"/>
            <a:ext cx="2219418" cy="30983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/>
              <a:t>Saving </a:t>
            </a:r>
            <a:r>
              <a:rPr lang="en-IN" sz="1600" dirty="0"/>
              <a:t>Breakdown</a:t>
            </a:r>
            <a:r>
              <a:rPr lang="en-IN" sz="2000" dirty="0"/>
              <a:t> %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F3DACD3-BFCB-2C72-D622-BD7CE744549F}"/>
              </a:ext>
            </a:extLst>
          </p:cNvPr>
          <p:cNvSpPr/>
          <p:nvPr/>
        </p:nvSpPr>
        <p:spPr>
          <a:xfrm>
            <a:off x="5362113" y="1206289"/>
            <a:ext cx="6462943" cy="199855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/>
              <a:t>Expense %, Savings % with change in income MOM %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176959-A021-37CE-CE34-9F9D1791DF60}"/>
              </a:ext>
            </a:extLst>
          </p:cNvPr>
          <p:cNvSpPr/>
          <p:nvPr/>
        </p:nvSpPr>
        <p:spPr>
          <a:xfrm>
            <a:off x="5362112" y="3498207"/>
            <a:ext cx="6462943" cy="316206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Detailed Statement</a:t>
            </a:r>
          </a:p>
        </p:txBody>
      </p:sp>
    </p:spTree>
    <p:extLst>
      <p:ext uri="{BB962C8B-B14F-4D97-AF65-F5344CB8AC3E}">
        <p14:creationId xmlns:p14="http://schemas.microsoft.com/office/powerpoint/2010/main" val="23643202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51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PRAVEEN SINGH</dc:creator>
  <cp:lastModifiedBy>PRAVEEN SINGH</cp:lastModifiedBy>
  <cp:revision>2</cp:revision>
  <dcterms:created xsi:type="dcterms:W3CDTF">2023-02-10T06:58:07Z</dcterms:created>
  <dcterms:modified xsi:type="dcterms:W3CDTF">2023-02-10T07:56:53Z</dcterms:modified>
</cp:coreProperties>
</file>